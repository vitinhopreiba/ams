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71D3-82C1-42E3-9604-4CB23371E5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CFE5-58F6-43B4-88E3-A04EA1120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498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71D3-82C1-42E3-9604-4CB23371E5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CFE5-58F6-43B4-88E3-A04EA1120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671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71D3-82C1-42E3-9604-4CB23371E5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CFE5-58F6-43B4-88E3-A04EA1120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839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71D3-82C1-42E3-9604-4CB23371E5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CFE5-58F6-43B4-88E3-A04EA1120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9526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71D3-82C1-42E3-9604-4CB23371E5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CFE5-58F6-43B4-88E3-A04EA1120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97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71D3-82C1-42E3-9604-4CB23371E5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CFE5-58F6-43B4-88E3-A04EA1120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937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71D3-82C1-42E3-9604-4CB23371E5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CFE5-58F6-43B4-88E3-A04EA1120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1750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71D3-82C1-42E3-9604-4CB23371E5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CFE5-58F6-43B4-88E3-A04EA1120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21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71D3-82C1-42E3-9604-4CB23371E5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CFE5-58F6-43B4-88E3-A04EA1120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03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71D3-82C1-42E3-9604-4CB23371E5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CFE5-58F6-43B4-88E3-A04EA1120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407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971D3-82C1-42E3-9604-4CB23371E5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2CFE5-58F6-43B4-88E3-A04EA1120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41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971D3-82C1-42E3-9604-4CB23371E5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92CFE5-58F6-43B4-88E3-A04EA11205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296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98165" y="-798716"/>
            <a:ext cx="9144000" cy="2387600"/>
          </a:xfrm>
        </p:spPr>
        <p:txBody>
          <a:bodyPr/>
          <a:lstStyle/>
          <a:p>
            <a:r>
              <a:rPr lang="pt-BR" dirty="0" smtClean="0">
                <a:latin typeface="Script MT Bold" panose="03040602040607080904" pitchFamily="66" charset="0"/>
              </a:rPr>
              <a:t>O Timão é Seleção</a:t>
            </a:r>
            <a:endParaRPr lang="pt-BR" dirty="0">
              <a:latin typeface="Script MT Bold" panose="03040602040607080904" pitchFamily="66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14276" y="1655792"/>
            <a:ext cx="9144000" cy="5944634"/>
          </a:xfrm>
        </p:spPr>
        <p:txBody>
          <a:bodyPr/>
          <a:lstStyle/>
          <a:p>
            <a:r>
              <a:rPr lang="pt-BR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 melhor Time do brasil</a:t>
            </a:r>
            <a:endParaRPr lang="pt-BR" dirty="0"/>
          </a:p>
          <a:p>
            <a:r>
              <a:rPr lang="pt-BR" dirty="0">
                <a:latin typeface="Gill Sans Ultra Bold" panose="020B0A02020104020203" pitchFamily="34" charset="0"/>
              </a:rPr>
              <a:t>Fundado em 1910 por operários no bairro do Bom Retiro, o </a:t>
            </a:r>
          </a:p>
          <a:p>
            <a:r>
              <a:rPr lang="pt-BR" dirty="0">
                <a:latin typeface="Gill Sans Ultra Bold" panose="020B0A02020104020203" pitchFamily="34" charset="0"/>
              </a:rPr>
              <a:t>Sport Club </a:t>
            </a:r>
            <a:r>
              <a:rPr lang="pt-BR" dirty="0" smtClean="0">
                <a:latin typeface="Gill Sans Ultra Bold" panose="020B0A02020104020203" pitchFamily="34" charset="0"/>
              </a:rPr>
              <a:t>Corinthians</a:t>
            </a:r>
            <a:r>
              <a:rPr lang="pt-BR" dirty="0">
                <a:latin typeface="Gill Sans Ultra Bold" panose="020B0A02020104020203" pitchFamily="34" charset="0"/>
              </a:rPr>
              <a:t> é um dos maiores e mais populares clubes do Brasil, conhecido como "Timão" e famoso por sua torcida apaixonada, a "Fiel". Com sede em São Paulo, o clube acumulou títulos importantes, incluindo Mundiais, Libertadores e Brasileiros, destacando-se por sua trajetória de raça, superação e momentos históricos como a Democracia </a:t>
            </a:r>
            <a:r>
              <a:rPr lang="pt-BR" dirty="0" smtClean="0">
                <a:latin typeface="Gill Sans Ultra Bold" panose="020B0A02020104020203" pitchFamily="34" charset="0"/>
              </a:rPr>
              <a:t>Corinthiana</a:t>
            </a:r>
            <a:endParaRPr lang="pt-BR" dirty="0">
              <a:latin typeface="Gill Sans Ultra Bold" panose="020B0A02020104020203" pitchFamily="34" charset="0"/>
            </a:endParaRPr>
          </a:p>
          <a:p>
            <a:endParaRPr lang="pt-BR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838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Fonte monoespaçada</a:t>
            </a:r>
            <a:endParaRPr lang="pt-B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493467"/>
            <a:ext cx="7008970" cy="1015663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6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print(</a:t>
            </a:r>
            <a:r>
              <a:rPr kumimoji="0" lang="pt-BR" altLang="pt-BR" sz="6000" b="1" i="0" u="none" strike="noStrike" cap="none" normalizeH="0" baseline="0" dirty="0" smtClean="0">
                <a:ln>
                  <a:noFill/>
                </a:ln>
                <a:solidFill>
                  <a:srgbClr val="188038"/>
                </a:solidFill>
                <a:effectLst/>
                <a:latin typeface="Arial Unicode MS"/>
              </a:rPr>
              <a:t>"Olá, Alice!"</a:t>
            </a:r>
            <a:r>
              <a:rPr kumimoji="0" lang="pt-BR" altLang="pt-BR" sz="6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)</a:t>
            </a:r>
            <a:r>
              <a:rPr kumimoji="0" lang="pt-BR" altLang="pt-BR" sz="4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115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8564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0" baseType="lpstr">
      <vt:lpstr>Arial</vt:lpstr>
      <vt:lpstr>Arial Unicode MS</vt:lpstr>
      <vt:lpstr>Calibri</vt:lpstr>
      <vt:lpstr>Calibri Light</vt:lpstr>
      <vt:lpstr>Gill Sans Ultra Bold</vt:lpstr>
      <vt:lpstr>Sans Serif Collection</vt:lpstr>
      <vt:lpstr>Script MT Bold</vt:lpstr>
      <vt:lpstr>Tema do Office</vt:lpstr>
      <vt:lpstr>O Timão é Seleção</vt:lpstr>
      <vt:lpstr>Fonte monoespaçada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Timão é Seleção</dc:title>
  <dc:creator>Fatec</dc:creator>
  <cp:lastModifiedBy>Fatec</cp:lastModifiedBy>
  <cp:revision>2</cp:revision>
  <dcterms:created xsi:type="dcterms:W3CDTF">2026-03-26T16:36:34Z</dcterms:created>
  <dcterms:modified xsi:type="dcterms:W3CDTF">2026-03-26T16:42:03Z</dcterms:modified>
</cp:coreProperties>
</file>